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a:t>IBM Bob,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a:t>IBM Bob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IBM Bob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964760"/>
            <a:ext cx="9217740" cy="572864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16</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2</cp:revision>
  <dcterms:created xsi:type="dcterms:W3CDTF">2025-07-08T05:06:56Z</dcterms:created>
  <dcterms:modified xsi:type="dcterms:W3CDTF">2026-08-05T07:40:13Z</dcterms:modified>
</cp:coreProperties>
</file>